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13716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— HIRING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Junior Cloud &amp; DevOps Engineer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Staging Architecture: IaC, Poka-Yoke CI/CD, and Schema Validation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4805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709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Prabhas Nalajala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nalajaprabhas@gmail.com   •   7569327143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Submitted: 3 August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triggered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Unencrypted credentials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1762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developer pushed raw API keys directly into application code.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1554480" y="3200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mismatch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5935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broke downstream analytics by desynchronizing the data schema.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155448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mandate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50109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integrity: secure IaC, a fail-closed pipeline, and strict schema validation.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 → validation → governed analytics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992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Landing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bucket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 + versioning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28346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9992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/ Validation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3611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serializer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DCYN checks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28346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29992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 &amp; Enforced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3611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337560"/>
            <a:ext cx="1234440" cy="36576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0" y="3337560"/>
            <a:ext cx="1234440" cy="36576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enforces one rule: no ambiguous or unauthorized data crosses the boundary.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IaC Design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D0 is built this 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84708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KMS key, 90-day rotation — not the default Google-managed key.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37160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85292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on the bucket so accidental overwrite/delete is always recoverable.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1371600" y="3858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rule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385876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objects auto-delete after 30 days — raw landing is transient, not archival.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1371600" y="48646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 access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8646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bucket-level access only — no per-object ACL drift over time.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IAM Least Privilege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IAM binding on the ingestion service account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"google_storage_bucket_iam_member" "d0_writer" {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   = "roles/storage.objectCreator"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member = ...ingestion_service_account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 {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= "d0-write-only-incoming-prefix"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expression = resource.name.startsWith(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".../incoming/")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buys 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0" y="22860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access only, scoped to /incoming/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read, list, or delete permission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leaked credential can't exfiltrate data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IAM — not code review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BigQuery Row-Level Security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only ever see their own region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runs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03120" y="3017520"/>
            <a:ext cx="1097280" cy="36576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2286000"/>
            <a:ext cx="2926080" cy="1737360"/>
          </a:xfrm>
          <a:prstGeom prst="roundRect">
            <a:avLst>
              <a:gd name="adj" fmla="val 5263"/>
            </a:avLst>
          </a:prstGeom>
          <a:solidFill>
            <a:srgbClr val="EAF2F6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analyst_region_map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analyst_email → region_code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via SESSION_USER()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3017520"/>
            <a:ext cx="1097280" cy="36576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22860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student_onboarding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2834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row_access_policy filters rows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region_code matches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query can return another region's students — the database enforces it, not analyst discipline.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Poka-Yoke Build 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jobs, gated by “needs:” — not a suggestion, a hard dependency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flake8 / black / ESLint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2971800"/>
            <a:ext cx="411480" cy="365760"/>
          </a:xfrm>
          <a:prstGeom prst="rightArrow">
            <a:avLst/>
          </a:prstGeom>
          <a:solidFill>
            <a:srgbClr val="9FC6DB"/>
          </a:solidFill>
          <a:ln/>
        </p:spPr>
      </p:sp>
      <p:sp>
        <p:nvSpPr>
          <p:cNvPr id="8" name="Shape 6"/>
          <p:cNvSpPr/>
          <p:nvPr/>
        </p:nvSpPr>
        <p:spPr>
          <a:xfrm>
            <a:off x="3703320" y="23774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secret-scan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0332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Gitleaks, fail-closed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2971800"/>
            <a:ext cx="411480" cy="365760"/>
          </a:xfrm>
          <a:prstGeom prst="rightArrow">
            <a:avLst/>
          </a:prstGeom>
          <a:solidFill>
            <a:srgbClr val="9FC6DB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3774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[lint, secret-scan]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06840" y="2971800"/>
            <a:ext cx="411480" cy="365760"/>
          </a:xfrm>
          <a:prstGeom prst="rightArrow">
            <a:avLst/>
          </a:prstGeom>
          <a:solidFill>
            <a:srgbClr val="9FC6DB"/>
          </a:solidFill>
          <a:ln/>
        </p:spPr>
      </p:sp>
      <p:sp>
        <p:nvSpPr>
          <p:cNvPr id="16" name="Shape 14"/>
          <p:cNvSpPr/>
          <p:nvPr/>
        </p:nvSpPr>
        <p:spPr>
          <a:xfrm>
            <a:off x="9464040" y="23774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46404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46404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[build], main only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lint or secret-scan fails, build and deploy never run — there is no manual override path.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Fail-Closed in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runs, one rule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EAF2F6"/>
          </a:solidFill>
          <a:ln w="19050">
            <a:solidFill>
              <a:srgbClr val="A832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BAD COMMIT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32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lint: FAIL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32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secret-scan: FAIL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SKIPPED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deploy: SKIPPED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EAF2F6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CLEAN COMMIT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651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lint: PASS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246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secret-scan: PASS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PASS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deploy: PASS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 commit never reaches build or deploy — GitHub Actions stops at the first failed gate.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Secret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catches what code review misses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C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"AIza••••••••••••••••••••••••••" # fake test string, not a real key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Gitleaks flags the generic-secret pattern and the job exits 1 before any deploy step runs.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 in .gitleaks.toml targets api_key / secret / token / password assignments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excludes test fixtures explicitly marked as fake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failure mode from the incident brief — now caught automatically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The DCYN Library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Deconstructed Clean Yes/No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7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"maybe"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7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"N/A"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7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"pending"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7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/ blank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these left to “human judgment” becomes a silent guess.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E4F1E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whitelist: yes/y/true/1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no/n/false/0 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raises DCYNError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fallback, no coercion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4297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13 inputs — every valid case passes, every ambiguous case is rejected.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Exact Field Validation Limits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StudentOnboardingSerializer, field by field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2103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3–18 years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21031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date_of_birth, matches platform scope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7–15 digits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33375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regex-enforced, optional leading +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72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4572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 equal True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45720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onboarding proceeds without explicit Yes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A Rejected Payload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never reaches the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"guardian_phone": "12",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"consent_data_processing":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"maybe",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"region_code": "telangana"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10312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guardian_phone: must be 7-15 digits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consent_data_processing: 'maybe' is not a valid DCYN value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region_code: must match ISO-style format, e.g. 'IN-TS'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&amp; Assumptions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independently — no resource person available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 and frontend/ paths in the CI/CD workflow are assumed from the JD's Django + React stack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uses the native BigQuery row-access-policy resource rather than authorized views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1371600" y="4160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age range (3–18) inferred from the platform's stated audience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Do With More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4–6 hour scope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KMS key rotation alerts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2677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rotation failures page someone, not just log silently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463040" y="31546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remote state + locking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5021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backend with state locking for team-safe applies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463040" y="4389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tests for the serializer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7365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boundary ages, malformed phone formats, and consent edge cases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 •  Junior Cloud &amp; DevOps Engineer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Terraform, and CI/CD config: github.com/Prabhas55/habotconnect-cloud-devops-project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Prabhas Nalajala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nalajaprabhas@gmail.com   •   7569327143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2026-08-03T12:30:44Z</dcterms:created>
  <dcterms:modified xsi:type="dcterms:W3CDTF">2026-08-03T12:30:44Z</dcterms:modified>
</cp:coreProperties>
</file>